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b82227a08a4cce" /><Relationship Type="http://schemas.openxmlformats.org/officeDocument/2006/relationships/extended-properties" Target="/docProps/app.xml" Id="Rf836a1a1186a4a55" /><Relationship Type="http://schemas.openxmlformats.org/officeDocument/2006/relationships/officeDocument" Target="/ppt/presentation.xml" Id="R83e0392b700941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2794330004543"/>
  </p:sldMasterIdLst>
  <p:notesMasterIdLst>
    <p:notesMasterId xmlns:r="http://schemas.openxmlformats.org/officeDocument/2006/relationships" r:id="Re8f3a062eda94543"/>
  </p:notesMasterIdLst>
  <p:sldIdLst>
    <p:sldId xmlns:r="http://schemas.openxmlformats.org/officeDocument/2006/relationships" id="256" r:id="Rcc5ea0bc1c4c493c"/>
    <p:sldId xmlns:r="http://schemas.openxmlformats.org/officeDocument/2006/relationships" id="257" r:id="R59d6e1b49cc749c5"/>
    <p:sldId xmlns:r="http://schemas.openxmlformats.org/officeDocument/2006/relationships" id="258" r:id="R6e98ae8754d1400b"/>
    <p:sldId xmlns:r="http://schemas.openxmlformats.org/officeDocument/2006/relationships" id="259" r:id="R6445a8568eee41c5"/>
    <p:sldId xmlns:r="http://schemas.openxmlformats.org/officeDocument/2006/relationships" id="260" r:id="R0cb837eb10fe4804"/>
    <p:sldId xmlns:r="http://schemas.openxmlformats.org/officeDocument/2006/relationships" id="261" r:id="R15173199ecfc4c38"/>
    <p:sldId xmlns:r="http://schemas.openxmlformats.org/officeDocument/2006/relationships" id="262" r:id="Re1882a6c22e24466"/>
    <p:sldId xmlns:r="http://schemas.openxmlformats.org/officeDocument/2006/relationships" id="263" r:id="R8cd4be80e0c54073"/>
    <p:sldId xmlns:r="http://schemas.openxmlformats.org/officeDocument/2006/relationships" id="264" r:id="Rf0f6520d70cf41fa"/>
    <p:sldId xmlns:r="http://schemas.openxmlformats.org/officeDocument/2006/relationships" id="265" r:id="Rd2027819ec2d46f3"/>
    <p:sldId xmlns:r="http://schemas.openxmlformats.org/officeDocument/2006/relationships" id="266" r:id="R9f2484771dbc434f"/>
    <p:sldId xmlns:r="http://schemas.openxmlformats.org/officeDocument/2006/relationships" id="267" r:id="Re5cc951b22b14b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227010af0411d" /><Relationship Type="http://schemas.openxmlformats.org/officeDocument/2006/relationships/slideMaster" Target="/ppt/slideMasters/slideMaster1.xml" Id="R2452794330004543" /><Relationship Type="http://schemas.openxmlformats.org/officeDocument/2006/relationships/notesMaster" Target="/ppt/notesMasters/notesMaster1.xml" Id="Re8f3a062eda94543" /><Relationship Type="http://schemas.openxmlformats.org/officeDocument/2006/relationships/presProps" Target="/ppt/presProps.xml" Id="Rf07378374b4d4cde" /><Relationship Type="http://schemas.openxmlformats.org/officeDocument/2006/relationships/tableStyles" Target="/ppt/tableStyles.xml" Id="R1091712a266c4c25" /><Relationship Type="http://schemas.openxmlformats.org/officeDocument/2006/relationships/slide" Target="/ppt/slides/slide1.xml" Id="Rcc5ea0bc1c4c493c" /><Relationship Type="http://schemas.openxmlformats.org/officeDocument/2006/relationships/slide" Target="/ppt/slides/slide2.xml" Id="R59d6e1b49cc749c5" /><Relationship Type="http://schemas.openxmlformats.org/officeDocument/2006/relationships/slide" Target="/ppt/slides/slide3.xml" Id="R6e98ae8754d1400b" /><Relationship Type="http://schemas.openxmlformats.org/officeDocument/2006/relationships/slide" Target="/ppt/slides/slide4.xml" Id="R6445a8568eee41c5" /><Relationship Type="http://schemas.openxmlformats.org/officeDocument/2006/relationships/slide" Target="/ppt/slides/slide5.xml" Id="R0cb837eb10fe4804" /><Relationship Type="http://schemas.openxmlformats.org/officeDocument/2006/relationships/slide" Target="/ppt/slides/slide6.xml" Id="R15173199ecfc4c38" /><Relationship Type="http://schemas.openxmlformats.org/officeDocument/2006/relationships/slide" Target="/ppt/slides/slide7.xml" Id="Re1882a6c22e24466" /><Relationship Type="http://schemas.openxmlformats.org/officeDocument/2006/relationships/slide" Target="/ppt/slides/slide8.xml" Id="R8cd4be80e0c54073" /><Relationship Type="http://schemas.openxmlformats.org/officeDocument/2006/relationships/slide" Target="/ppt/slides/slide9.xml" Id="Rf0f6520d70cf41fa" /><Relationship Type="http://schemas.openxmlformats.org/officeDocument/2006/relationships/slide" Target="/ppt/slides/slide10.xml" Id="Rd2027819ec2d46f3" /><Relationship Type="http://schemas.openxmlformats.org/officeDocument/2006/relationships/slide" Target="/ppt/slides/slide11.xml" Id="R9f2484771dbc434f" /><Relationship Type="http://schemas.openxmlformats.org/officeDocument/2006/relationships/slide" Target="/ppt/slides/slide12.xml" Id="Re5cc951b22b1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c2b03e791b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d69bea7bb44ff" /><Relationship Type="http://schemas.openxmlformats.org/officeDocument/2006/relationships/notesMaster" Target="/ppt/notesMasters/notesMaster1.xml" Id="Rf990731ff40e48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9c361c87a249bb" /><Relationship Type="http://schemas.openxmlformats.org/officeDocument/2006/relationships/notesMaster" Target="/ppt/notesMasters/notesMaster1.xml" Id="Rd3f2a48bffd7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38aea8123a422d" /><Relationship Type="http://schemas.openxmlformats.org/officeDocument/2006/relationships/notesMaster" Target="/ppt/notesMasters/notesMaster1.xml" Id="R52d776a3f72c42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a5f41eda564d4c" /><Relationship Type="http://schemas.openxmlformats.org/officeDocument/2006/relationships/notesMaster" Target="/ppt/notesMasters/notesMaster1.xml" Id="Re2f03ef764194a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61e6cdd884c8e" /><Relationship Type="http://schemas.openxmlformats.org/officeDocument/2006/relationships/notesMaster" Target="/ppt/notesMasters/notesMaster1.xml" Id="R6a9c7cf239bc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b4e8a53783454c" /><Relationship Type="http://schemas.openxmlformats.org/officeDocument/2006/relationships/notesMaster" Target="/ppt/notesMasters/notesMaster1.xml" Id="Rc8302e4ecea246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33ce1a4bce4254" /><Relationship Type="http://schemas.openxmlformats.org/officeDocument/2006/relationships/notesMaster" Target="/ppt/notesMasters/notesMaster1.xml" Id="R6233b4239d85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3256f5f7c14409" /><Relationship Type="http://schemas.openxmlformats.org/officeDocument/2006/relationships/notesMaster" Target="/ppt/notesMasters/notesMaster1.xml" Id="R6bea2d83991745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7244c1ddb4450c" /><Relationship Type="http://schemas.openxmlformats.org/officeDocument/2006/relationships/notesMaster" Target="/ppt/notesMasters/notesMaster1.xml" Id="R59f4ea4bafe44e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324cf3ce6441e" /><Relationship Type="http://schemas.openxmlformats.org/officeDocument/2006/relationships/notesMaster" Target="/ppt/notesMasters/notesMaster1.xml" Id="R91a06ba8355344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c09dad2b634725" /><Relationship Type="http://schemas.openxmlformats.org/officeDocument/2006/relationships/notesMaster" Target="/ppt/notesMasters/notesMaster1.xml" Id="Rcf14d8fe58bf46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8d936cd0634326" /><Relationship Type="http://schemas.openxmlformats.org/officeDocument/2006/relationships/notesMaster" Target="/ppt/notesMasters/notesMaster1.xml" Id="Rc2a68dbdaef3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8d097ef1e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656497ac54a93" /><Relationship Type="http://schemas.openxmlformats.org/officeDocument/2006/relationships/slideLayout" Target="/ppt/slideLayouts/slideLayout1.xml" Id="Rb936c7854e69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6c7854e69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d64fb57bb4cce" /><Relationship Type="http://schemas.openxmlformats.org/officeDocument/2006/relationships/notesSlide" Target="/ppt/notesSlides/notesSlide1.xml" Id="R7e9c125b91ec4c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283ff5e7a4c93" /><Relationship Type="http://schemas.openxmlformats.org/officeDocument/2006/relationships/notesSlide" Target="/ppt/notesSlides/notesSlide2.xml" Id="R463305070ade41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1b7e8cd714c9d" /><Relationship Type="http://schemas.openxmlformats.org/officeDocument/2006/relationships/notesSlide" Target="/ppt/notesSlides/notesSlide3.xml" Id="Ra77412c88085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da7b4dc86412e" /><Relationship Type="http://schemas.openxmlformats.org/officeDocument/2006/relationships/notesSlide" Target="/ppt/notesSlides/notesSlide4.xml" Id="Rdbe6b64f765c4b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5c0ebd7bc4189" /><Relationship Type="http://schemas.openxmlformats.org/officeDocument/2006/relationships/notesSlide" Target="/ppt/notesSlides/notesSlide5.xml" Id="R78aa02131b1b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c904923364dd0" /><Relationship Type="http://schemas.openxmlformats.org/officeDocument/2006/relationships/notesSlide" Target="/ppt/notesSlides/notesSlide6.xml" Id="Rfd43c2f7dbcb4e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0ee3877764807" /><Relationship Type="http://schemas.openxmlformats.org/officeDocument/2006/relationships/notesSlide" Target="/ppt/notesSlides/notesSlide7.xml" Id="R79e5e0bb458c4b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7a294c7fa46e3" /><Relationship Type="http://schemas.openxmlformats.org/officeDocument/2006/relationships/notesSlide" Target="/ppt/notesSlides/notesSlide8.xml" Id="Rcef0f37c82a341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63dbc96e4c73" /><Relationship Type="http://schemas.openxmlformats.org/officeDocument/2006/relationships/notesSlide" Target="/ppt/notesSlides/notesSlide9.xml" Id="Rc4caf1df73c14f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ce1ddf3724f07" /><Relationship Type="http://schemas.openxmlformats.org/officeDocument/2006/relationships/chart" Target="/ppt/slides/charts/chart1.xml" Id="Race5ce9728e84498" /><Relationship Type="http://schemas.openxmlformats.org/officeDocument/2006/relationships/notesSlide" Target="/ppt/notesSlides/notesSlide10.xml" Id="Rd879ed15319d40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0a380029e49bb" /><Relationship Type="http://schemas.openxmlformats.org/officeDocument/2006/relationships/image" Target="/ppt/media/image.png" Id="R4477ce636b7e4df5" /><Relationship Type="http://schemas.openxmlformats.org/officeDocument/2006/relationships/image" Target="/ppt/media/image2.png" Id="R05c955e787414d52" /><Relationship Type="http://schemas.openxmlformats.org/officeDocument/2006/relationships/notesSlide" Target="/ppt/notesSlides/notesSlide11.xml" Id="Rdfcd0cd416ed4f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441029b764e78" /><Relationship Type="http://schemas.openxmlformats.org/officeDocument/2006/relationships/notesSlide" Target="/ppt/notesSlides/notesSlide12.xml" Id="Rd0b6e0be9b914bd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Seconds</c:v>
          </c:tx>
          <c:spPr>
            <a:solidFill xmlns:a="http://schemas.openxmlformats.org/drawingml/2006/main">
              <a:schemeClr val="accent1"/>
            </a:solidFill>
          </c:spPr>
          <c:dLbls/>
          <c:cat>
            <c:strLit>
              <c:ptCount val="3"/>
              <c:pt idx="0">
                <c:v>Local</c:v>
              </c:pt>
              <c:pt idx="1">
                <c:v>Docker 1</c:v>
              </c:pt>
              <c:pt idx="2">
                <c:v>Docker 2</c:v>
              </c:pt>
            </c:strLit>
          </c:cat>
          <c:val>
            <c:numLit>
              <c:formatCode>General</c:formatCode>
              <c:ptCount val="3"/>
              <c:pt idx="0">
                <c:v>226.949</c:v>
              </c:pt>
              <c:pt idx="1">
                <c:v>247.042</c:v>
              </c:pt>
              <c:pt idx="2">
                <c:v>251.11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E9132-3B55-441C-8B21-226A642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Redrob Step 3B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6584-3C0D-48F1-B036-0247DD4C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Beyond Keywords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B1E79-73A8-42F9-8D1A-2BAF965A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Evidence-based candidate ranking for the Senior AI Engineer shortlist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4707-8CBA-4CD4-800C-D4C7A5C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8EB66-53D5-452E-AFA7-A7E84106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9D4FB-8C98-49F9-9C33-8CAC1363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100k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BC4AF-72EA-49B8-A09E-E23643E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candidate records processed offline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5FEE2-9872-4EB4-8506-47D8116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001B9-6B7E-478B-AF30-9532AF0A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6A3E1-BEFD-478F-A810-B21F748A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 GPU and no hosted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3CB03-BCE1-4557-B2D6-DEA9865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404D9-D26D-4F47-8EAB-A746BD83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956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226.9s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D246A-DC9E-4E57-A4F4-545A8B2F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final local frozen-tag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BC127-846C-433F-98D2-0E5F7AF5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76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release keeps ranking logic frozen, regenerates the final CSV from the tagged code path, validates the top 100 explanations, and reproduces the same shortlist offline in Docker.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1A62B-4029-4229-AF8D-21786E8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10461-7E62-4576-9C09-13E12485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Central release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F5D59-A2F4-4B9D-8D0B-2F797A6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Career evidence outranks skill lists, explanations stay grounded, and output order remains deterministic: score descending, then candidate_id ascending.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8DADE-CABA-4589-A633-03FBFF14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076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C0894-490C-406A-AB0A-85D85985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Why keyword ranking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8B195-D29A-49A4-89E5-39709DD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Keyword filters blur real ranking depth with copied buzzwords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B495F-EB64-4E78-BDFE-ABD41ABF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challenge is not counting AI terms. It is separating candidates who built ranking systems from candidates who only mention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C5204-798A-4690-99B6-C6C058B5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C7164-F3FD-47BA-8CA4-8619AD4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Skill-list inflation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EE0CC-7577-4476-B84C-CFD09E7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Raw skills are easy to copy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Advanced IR terms can appear without supporting work history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Uncorroborated claims should not dominate ranking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D673E-F945-4155-BF55-AEFFFD74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297EF-23F3-4D9B-867F-C1D58E6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Title ambiguity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63E4F-571F-46B9-8720-07EC9A72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Senior titles can hide weak retrieval depth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Research-heavy roles may not imply shipped ranking systems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Descriptions matter more than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9D4E2-BE71-429B-818A-F46BE3A2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553F7-8E84-45C8-A3C3-31F81FE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Recruiter noise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98C32-1869-45F3-AF6D-89041CD6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Availability matters, but only within bounds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Sparse profiles need conservative explanations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Determinism matters for reviewer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1C619-D9A2-49C8-A788-7E776798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425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00D472-6337-43F3-95F4-C784E4C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What the role requires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9D2DF-1947-48EE-9275-2A07027D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shortlist favors retrieval, ranking, evaluation, and product delivery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66477-80E0-4D48-9A7E-B51F9ED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C74B4-0DCE-49A4-BD8D-1DDB34F4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Retrieval and ranking depth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F59A8-3827-4F2B-958C-5EA5602E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Search relevance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Recommendation systems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Matching engines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Learning-to-rank or ranking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0C6A3-1A34-428E-9A14-E73248D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16DE4-C31D-44FC-ACA2-36902137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Evaluation and shipping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77611-AD4A-4964-9DAD-5166344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Offline metrics or A/B tests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Production deployment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Monitoring and iteration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User-facing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B815C-B57E-4C88-A6C1-327E376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2009B-A5B5-4542-9CC0-C117D856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Practical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BE3BA-8795-4B06-8433-DEEF40A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Python services and APIs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Data or search infrastructure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Recent coding evidence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Cross-functional product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1F6A0-7E6E-4D7C-857B-B9FDCAB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keeps the role definition tied to shipped systems instead of broad AI adjacency.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68220-ADDB-4C74-8511-9D843911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750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1A46E-91F9-45B9-8848-E81F9014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Evidence 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830AC-0C16-4902-A0C4-F6DE68E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Career history outranks summaries, and summaries outrank skill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05FA0-87AF-4BA8-B9B1-EE3C8FD7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009BD-CB72-48AA-A405-64365E68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9443D-672A-4FA7-ABA6-66C7DA1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career_history.description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FE670-E9D0-4248-821E-CB75F20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Highest-signal proof of what the candidate actually 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8B6A2-4147-443B-9D54-5888F71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277E0-967A-44A8-BFA2-E284754C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8F804-56A5-4AAB-AD2A-696370A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career_history.title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8109E-FB7B-4CBD-ACED-60477502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Useful only when paired with the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6E63A-CC6A-4BA8-A30C-787AD660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C8E2A-3E69-452C-AF0C-0C25E340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7F702-6CE6-4994-B06A-DA31DEFE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profile.summary / headline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B32A1-FCD8-41F7-8134-FE9C7FD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24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Good support, weaker than work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3A40B-8A88-49C0-81FE-E332FA7A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71634-A3B4-4553-B75C-E32630A4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B2252-7AA4-461B-A7D9-D16D1E84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skills / assessments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9A154-7A20-4B11-9A60-7F24F90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Lowest-trust source unless corroborated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544FA-90BC-49F9-9001-22C4209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ordering is the main defense against resumes that list modern tools without showing ranking-relevant ownership.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4DCFD-A525-4794-ACAD-708003F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3984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8EC31-6E1C-42A5-AA6D-F6A3B8E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1B21-F8C3-4C70-A179-79C25469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pipeline persists every stage and only resumes when fingerprints still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63EC9-0F38-4376-AA93-7D15699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05D9B-02BC-492A-8CD1-2162E20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18EF-310E-4D5A-9842-E84EF61F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schema and reference-date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B4F29-1E94-4084-B17B-90E7CABD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00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82324-3353-45DA-8A47-457AEAB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02A97-B96C-49E0-9799-A4EED36C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Normalize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4209A-AEAA-4E55-83AC-B0982811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candidate context and text prep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6BDBF-47B4-411B-A05D-11766DCB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800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44B37-1B3D-4D2C-8D21-0D927E0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54A20-C117-42CE-8399-A08070B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D4F63-3A9D-41B9-A4EA-522B9980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plain-language ledger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3DFCB-A676-4B0D-8B53-A9B0D237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00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B460F-0B31-4797-A963-30D4DF1A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287ED-FDD7-434D-BF54-EFCD6D8E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Credibility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80B5E-A31D-4450-A634-668C377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contradiction and support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981C8-A2F2-4AB3-8C8D-816FFFD5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1AB97-EC31-40CB-990A-3C3EC1BE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Behavioral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47128-721F-4D9D-B5A8-AB381350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availability and logistics bounds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30B12-0AA8-434C-86E2-4C24B52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305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33EF8-AA77-42FA-B6FF-B328D0D2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433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2FC70-2021-4D26-B7B3-ADA19D5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CA5DC-B1E3-474E-A1C1-6663B393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00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deterministic component ranking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48650-80F6-4DB3-8BA1-71FF532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305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E11B4-A833-440A-BE0D-95928842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49EE0-8A17-4B92-8823-D535F38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Reasoning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1C366-4A27-4C48-88B9-D970338F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0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grounded top-100 explanations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FCD63-10C7-48AC-8F49-4C66F30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05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D772F-716A-4C90-8E55-88548FA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DAC28-F9FF-4AF6-960D-C3A0065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Submit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5ED38-0652-477A-A859-6A176BD7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00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validated submission writer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31CC9A-72CD-4A94-87D7-77744A44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Each stage writes artifacts, hashes, and elapsed times under runs/&lt;run_id&gt;. Resume mode skips only when input, config, and upstream fingerprints remain unchanged.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369B8-808C-41EB-B93E-C1C307EA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2372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23561-8F3E-4F6E-A25D-2F8B847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Evidence-first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53261-3E92-4A0D-9394-BD922598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Plain language matters more than exact buzzwords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59F6D-99CD-4AE9-867F-1FF3927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1CD7C-0613-4084-96E5-965F4AAD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Recognized positive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62F40-5EBE-4A14-95AD-527378CB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search relevance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recommendation systems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personalized feed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marketplace ranking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89CC1-76AE-4E19-9752-D5FACAE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DFCDC-CC54-4637-96AE-27A13D75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Operational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07C10-1CEB-4A4B-9F47-58231D9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A/B evaluation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production deployment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monitoring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Python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41820-4952-4E96-ADE1-ADA780B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A61D-326E-4F53-9CA9-604015D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Scoring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B81B5-D63E-4A87-BAB0-940268A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base_fit_score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× credibility_multiplier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× availability_multiplier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×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45E73-DB07-46D7-A2A2-3A130DFD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 candidate can rank well by describing real ranking or retrieval work even if their wording is not a perfect keyword match.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766AF-F77B-4701-8D67-BC0E524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51086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51D4E-D344-4398-BCE9-E5AA0B76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Defenses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4A892-B6DB-40D0-AA6D-7E81330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Credibility and corroboration defenses keep copied AI language from dominating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C922-BD34-40D6-B282-8D07EBCE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0DE63-7E97-4BD2-8CFB-88A3946D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03455-DBE2-4DF0-AE3B-F5659F16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Skills alone are weak evidence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Work history must support advanced claims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Career evidence can outweigh keyword-heavy profiles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17E6A-FEDB-4BEF-AA98-157C99BD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7ADC2-1D7C-4333-A89C-8210B51E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Contradictions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B469E-C8A0-4A05-BDCD-B142FD0F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Title and description mismatches lower credibility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Sparse support reduces trust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Penalties are explicit and deterministic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F71FB-FF26-43CA-AE40-A37CC65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3DFCA-FAF0-42D1-9E0C-D747CA27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Bounded modifiers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6B7A8-D7F8-40BF-8572-7CD50F35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Availability range is 0.72 to 1.08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Behavioral signals separate close candidates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They do not rescue weak technical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785BB-FAF3-4F89-AD5B-1D32ACA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9833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FFB6E-B498-4281-A523-E6BD46A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Availability and logistics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68341-B4F2-4813-ABF4-C1DEFD78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Availability helps shortlist triage, but only inside a narrow multiplier 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0FA42-848B-4079-BA11-E72B675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6030D-29FA-4717-BC58-C52AA35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8D200-8E54-4B37-A2F5-DF3E9BBF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0.72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912DA-CB1B-4331-9BE9-A2CD4AC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098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1.08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A5F8D-A6B2-47F9-82C1-1519D843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67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shortlist triage 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53CD1-4247-4693-8331-5B04E56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8F432-F08F-499B-94A4-207BBC3E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Signals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04669-B92F-4F52-8883-9FFA4710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notice period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last-active recency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location logistics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4D7C-B7F0-4B2E-B43E-DED0546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ABE7F-D01B-42EF-8836-8D84D0E7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7F91C-FBB3-4C32-9ACD-9D495E1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ordering among similar candidates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recruiter urgency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practical interview viability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1A529-1061-4813-A2B4-189C1369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2F7A1-81C6-4C2E-A88B-54D36CF9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it cannot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764CB-5D8F-4CB4-A91E-2176F848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override weak ranking evidence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invent missing experience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replace human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9809E-7692-47BD-9335-EECCF35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28657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A262E-34C2-4F40-AFC5-F9447E2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541F8-6667-4D92-B9AD-DDC5BB4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release explanation layer changed wording without changing scores or shortlist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304C6-47F8-4177-AFB1-E45D595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1B5B9-291B-4AEF-917C-45E9820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100/100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1D212-FD05-4E06-9322-3063C7C9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top-100 style lint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FC9D9-DCC1-48C5-BC01-F0B27D26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52703-9EA8-4160-B29D-F97AFEE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100/100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AC2C0-E6EC-4A46-9D09-BD627EC8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top-100 grounding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A278B-C97B-4F8B-B007-811E0D2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DF1A5-B2A8-40BE-BD1D-50FFBC12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384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83CA9-3125-4960-9C92-48999509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first-person recruiter leaks in final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7CAB9-E7BF-474D-9113-F80CDCB7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428A0-563E-4D23-9111-3A7ACC42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434FB-1744-442C-9D0E-0AC2D115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top-100 IDs, ranks, scores unchanged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1020D-49F9-470E-B2BD-491FEAC5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Step 3B patch only neutralized first-person source phrasing such as 'our product' into recruiter-facing narration. The final local release run preserved the approved score CSV hash and the exact top-100 candidate IDs, ranks, and scores.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E6FDF-15C1-4615-A1F8-4BBC9CC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Reasoning is selected from source-grounded evidence IDs, linted, and then checked again for grounding before release.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8A492-A663-45D2-8DA8-B89785F4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298796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36876-D959-470E-94BE-BDE4447B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Runtime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09803-D6CF-4D94-B7E9-DE17919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release stays offline and reproducible across local and Docker runs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234315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e5ce9728e8449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0565E-0CB1-4D20-969D-FBC023D3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821F9-D7F7-4FFF-A4E5-6EAF6344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3982 MB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93942-7629-4198-8870-47BF7AFF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local peak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E2304-C13E-482A-B9E4-F0563F9D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3767F-28BF-4DF7-A936-95DEFD84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7132 MB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624E5-AF02-4E1C-A03A-C17850B8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Docker verification peak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64F05-537B-408A-A7EA-744E0D1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A97E0-B68A-4E2F-A56F-EDBF385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D4E2B-7AE7-428B-B442-12B77A8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hosted API during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049FA-9486-454D-8197-A4F733B6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3DD40-D080-4F67-BEC9-0660D54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E8D27-A0CD-4FF5-8833-4CCEB8E7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005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local and Docker submission hash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ACC92-B7A2-49DF-9794-88915F8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Docker remained under the official 300-second limit but inside the project warning band, so a second network-disabled verification run was executed and matched the local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870C8-19AF-4FC9-9A18-599301C5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5418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04BD2B-CB3D-404D-916A-E46931D2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Sandbox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B13BF-F1A0-4651-AC06-323F00B9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recruiter sandbox uses the same ranking modules on small JSON or JSONL samples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7ce636b7e4df5"/>
          <a:stretch xmlns:a="http://schemas.openxmlformats.org/drawingml/2006/main"/>
        </p:blipFill>
        <p:spPr>
          <a:xfrm xmlns:a="http://schemas.openxmlformats.org/drawingml/2006/main">
            <a:off x="1104900" y="219075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80390-39DF-42CE-BB76-B5A326A2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7239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955e787414d52"/>
          <a:stretch xmlns:a="http://schemas.openxmlformats.org/drawingml/2006/main"/>
        </p:blipFill>
        <p:spPr>
          <a:xfrm xmlns:a="http://schemas.openxmlformats.org/drawingml/2006/main">
            <a:off x="8172450" y="2194917"/>
            <a:ext cx="3067050" cy="17252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04FD3-C850-4BFB-9576-1562F57C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67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9DDAF-55FC-47D2-B170-C9AA0D97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upload JSON or JSONL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rank up to 100 candidates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download ranked CSV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marked as non-official for small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AFB00-6A26-4E2E-BA3B-63908F13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app surfaces rank, score components, evidence excerpts, modifiers, and the same recruiter-facing reasoning generated by the production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9A977-9B77-42CC-AD57-A9A810A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46600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6AB48-6846-458C-AC9A-CBD72E6B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Limitations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A995A-9D4C-4181-98BA-E5849B3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This system supports recruiter triage, not final hiring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A851-6ED3-4268-BEAC-4B4739D9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19202-F9FB-4CD7-8833-A1D0EAE1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8B8AD-AB05-4FE8-8505-50B3BA62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depends on profile quality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does not infer missing evidence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no claims about hiring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114DA-1BE1-40B5-8EB2-CD3557F9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42FE6-FF64-4D91-BA2E-1696FAA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194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Responsible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F55CF-2E5C-43A2-AA13-9E03D50F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human review remains required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top-ranked profiles should be spot-checked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availability is secondary to role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57A5C-787B-4190-8F67-9E73BAD2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371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98A92-4179-4190-91E0-5937930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Practical 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7D11E-4EA4-49CA-A92D-84ECE0E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29908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add recruiter feedback loop after the challenge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keep offline guarantees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reassess only with evidence-backed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B2CCB-BDFA-4293-82A9-43AC156A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1538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2026-07-01T14:03:05.0170000Z</dcterms:created>
  <dcterms:modified xsi:type="dcterms:W3CDTF">2026-07-01T14:03:05.0170000Z</dcterms:modified>
</coreProperties>
</file>